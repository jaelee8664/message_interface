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230368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Message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</a:rPr>
              <a:t>시스템 설명서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4E8"/>
                </a:solidFill>
              </a:rPr>
              <a:t>NODE0 ~ NODE5 · 조건 시스템 · 파이프라인 · 모니터링 · 시뮬레이터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577840"/>
            <a:ext cx="1005840" cy="347472"/>
          </a:xfrm>
          <a:prstGeom prst="rect">
            <a:avLst/>
          </a:prstGeom>
          <a:solidFill>
            <a:srgbClr val="6C3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14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5577840"/>
            <a:ext cx="1005840" cy="347472"/>
          </a:xfrm>
          <a:prstGeom prst="rect">
            <a:avLst/>
          </a:prstGeom>
          <a:solidFill>
            <a:srgbClr val="02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5614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7136" y="5577840"/>
            <a:ext cx="1005840" cy="34747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5614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5577840"/>
            <a:ext cx="10058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9904" y="5614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2671" y="5577840"/>
            <a:ext cx="1005840" cy="34747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5614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5577840"/>
            <a:ext cx="10058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614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시스템 아키텍처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메시지 수신 → 검증 → 변환 → 매핑 → 전송 → 응답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" y="1026414"/>
            <a:ext cx="12188952" cy="585216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417320" cy="777240"/>
          </a:xfrm>
          <a:prstGeom prst="rect">
            <a:avLst/>
          </a:prstGeom>
          <a:solidFill>
            <a:srgbClr val="6C3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NODE0
수신</a:t>
            </a:r>
          </a:p>
        </p:txBody>
      </p:sp>
      <p:sp>
        <p:nvSpPr>
          <p:cNvPr id="9" name="Can 8"/>
          <p:cNvSpPr/>
          <p:nvPr/>
        </p:nvSpPr>
        <p:spPr>
          <a:xfrm>
            <a:off x="1783080" y="1472184"/>
            <a:ext cx="484632" cy="201168"/>
          </a:xfrm>
          <a:prstGeom prst="can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67712" y="1234440"/>
            <a:ext cx="1417320" cy="777240"/>
          </a:xfrm>
          <a:prstGeom prst="rect">
            <a:avLst/>
          </a:prstGeom>
          <a:solidFill>
            <a:srgbClr val="02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67712" y="125272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NODE1
입력DTO</a:t>
            </a:r>
          </a:p>
        </p:txBody>
      </p:sp>
      <p:sp>
        <p:nvSpPr>
          <p:cNvPr id="12" name="Can 11"/>
          <p:cNvSpPr/>
          <p:nvPr/>
        </p:nvSpPr>
        <p:spPr>
          <a:xfrm>
            <a:off x="3685032" y="1472184"/>
            <a:ext cx="484632" cy="201168"/>
          </a:xfrm>
          <a:prstGeom prst="can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9664" y="1234440"/>
            <a:ext cx="1417320" cy="7772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9664" y="125272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NODE2
변환</a:t>
            </a:r>
          </a:p>
        </p:txBody>
      </p:sp>
      <p:sp>
        <p:nvSpPr>
          <p:cNvPr id="15" name="Can 14"/>
          <p:cNvSpPr/>
          <p:nvPr/>
        </p:nvSpPr>
        <p:spPr>
          <a:xfrm>
            <a:off x="5586984" y="1472184"/>
            <a:ext cx="484632" cy="201168"/>
          </a:xfrm>
          <a:prstGeom prst="can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71616" y="1234440"/>
            <a:ext cx="1417320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71616" y="125272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NODE3
출력DTO</a:t>
            </a:r>
          </a:p>
        </p:txBody>
      </p:sp>
      <p:sp>
        <p:nvSpPr>
          <p:cNvPr id="18" name="Can 17"/>
          <p:cNvSpPr/>
          <p:nvPr/>
        </p:nvSpPr>
        <p:spPr>
          <a:xfrm>
            <a:off x="7488936" y="1472184"/>
            <a:ext cx="484632" cy="201168"/>
          </a:xfrm>
          <a:prstGeom prst="can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234440"/>
            <a:ext cx="1417320" cy="7772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125272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NODE4
전송</a:t>
            </a:r>
          </a:p>
        </p:txBody>
      </p:sp>
      <p:sp>
        <p:nvSpPr>
          <p:cNvPr id="21" name="Can 20"/>
          <p:cNvSpPr/>
          <p:nvPr/>
        </p:nvSpPr>
        <p:spPr>
          <a:xfrm>
            <a:off x="9390888" y="1472184"/>
            <a:ext cx="484632" cy="201168"/>
          </a:xfrm>
          <a:prstGeom prst="can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75520" y="1234440"/>
            <a:ext cx="14173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0" y="125272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NODE5
응답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2240280"/>
            <a:ext cx="178308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6C3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4592" y="2240280"/>
            <a:ext cx="64008" cy="2468880"/>
          </a:xfrm>
          <a:prstGeom prst="rect">
            <a:avLst/>
          </a:prstGeom>
          <a:solidFill>
            <a:srgbClr val="6C3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23134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5E"/>
                </a:solidFill>
              </a:rPr>
              <a:t>수신 프로토콜
(NODE0)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2587752"/>
            <a:ext cx="147218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WebSocket Server/Client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TCP Server/Client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gRPC Server/Client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Kafka Consumer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REST Server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MongoDB Queue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57984" y="2240280"/>
            <a:ext cx="178308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57984" y="2240280"/>
            <a:ext cx="64008" cy="2468880"/>
          </a:xfrm>
          <a:prstGeom prst="rect">
            <a:avLst/>
          </a:prstGeom>
          <a:solidFill>
            <a:srgbClr val="02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77440" y="23134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5E"/>
                </a:solidFill>
              </a:rPr>
              <a:t>메시지 파싱
(NODE1)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4872" y="2587752"/>
            <a:ext cx="147218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JSON / XML / Protobuf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스키마 필드 정의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필수/선택/기본값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세션 변수 추출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51376" y="2240280"/>
            <a:ext cx="178308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51376" y="2240280"/>
            <a:ext cx="64008" cy="24688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70832" y="23134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5E"/>
                </a:solidFill>
              </a:rPr>
              <a:t>값 변환
(NODE2)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8264" y="2587752"/>
            <a:ext cx="147218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값 치환 (ValueReplace)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타입 변환 (TypeConvert)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JS 커스텀 코드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리스트 아이템 변환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2240280"/>
            <a:ext cx="178308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44768" y="2240280"/>
            <a:ext cx="64008" cy="2468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64224" y="23134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5E"/>
                </a:solidFill>
              </a:rPr>
              <a:t>출력 매핑
(NODE3)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2587752"/>
            <a:ext cx="147218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필드 키 리매핑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리스트 필터 (JS)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아이템 추가/삭제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중첩 구조 지원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240280"/>
            <a:ext cx="178308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2240280"/>
            <a:ext cx="64008" cy="246888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57615" y="23134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5E"/>
                </a:solidFill>
              </a:rPr>
              <a:t>전송
(NODE4)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2587752"/>
            <a:ext cx="147218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REST / WS / TCP / gRPC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Kafka / MongoDB Queue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재시도 &amp; 타임아웃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세션 변수 라우팅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1552" y="2240280"/>
            <a:ext cx="178308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131552" y="2240280"/>
            <a:ext cx="64008" cy="2468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51007" y="23134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F5E"/>
                </a:solidFill>
              </a:rPr>
              <a:t>응답 설정
(NODE5)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587752"/>
            <a:ext cx="147218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HTTP 상태 코드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성공 응답 포맷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에러 응답 설정</a:t>
            </a:r>
          </a:p>
          <a:p>
            <a:pPr>
              <a:spcBef>
                <a:spcPts val="150"/>
              </a:spcBef>
            </a:pPr>
            <a:r>
              <a:rPr sz="900">
                <a:solidFill>
                  <a:srgbClr val="1C1C2E"/>
                </a:solidFill>
              </a:rPr>
              <a:t>• currentMap 직접 반환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" y="4846320"/>
            <a:ext cx="118414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64592" y="5200650"/>
            <a:ext cx="1828800" cy="384048"/>
          </a:xfrm>
          <a:prstGeom prst="rect">
            <a:avLst/>
          </a:prstGeom>
          <a:solidFill>
            <a:srgbClr val="E8F0FE"/>
          </a:solidFill>
          <a:ln w="10160">
            <a:solidFill>
              <a:srgbClr val="02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64592" y="523722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2F5E"/>
                </a:solidFill>
              </a:rPr>
              <a:t>조건 기반 라우팅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57984" y="5200650"/>
            <a:ext cx="1828800" cy="384048"/>
          </a:xfrm>
          <a:prstGeom prst="rect">
            <a:avLst/>
          </a:prstGeom>
          <a:solidFill>
            <a:srgbClr val="E8F0FE"/>
          </a:solidFill>
          <a:ln w="10160">
            <a:solidFill>
              <a:srgbClr val="02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57984" y="523722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2F5E"/>
                </a:solidFill>
              </a:rPr>
              <a:t>파이프라인 그래프 순회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1376" y="5200650"/>
            <a:ext cx="1828800" cy="384048"/>
          </a:xfrm>
          <a:prstGeom prst="rect">
            <a:avLst/>
          </a:prstGeom>
          <a:solidFill>
            <a:srgbClr val="E8F0FE"/>
          </a:solidFill>
          <a:ln w="10160">
            <a:solidFill>
              <a:srgbClr val="02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51376" y="523722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2F5E"/>
                </a:solidFill>
              </a:rPr>
              <a:t>Dead Letter 저장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4768" y="5200650"/>
            <a:ext cx="1828800" cy="384048"/>
          </a:xfrm>
          <a:prstGeom prst="rect">
            <a:avLst/>
          </a:prstGeom>
          <a:solidFill>
            <a:srgbClr val="E8F0FE"/>
          </a:solidFill>
          <a:ln w="10160">
            <a:solidFill>
              <a:srgbClr val="02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44768" y="523722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2F5E"/>
                </a:solidFill>
              </a:rPr>
              <a:t>실시간 모니터링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5200650"/>
            <a:ext cx="1828800" cy="384048"/>
          </a:xfrm>
          <a:prstGeom prst="rect">
            <a:avLst/>
          </a:prstGeom>
          <a:solidFill>
            <a:srgbClr val="E8F0FE"/>
          </a:solidFill>
          <a:ln w="10160">
            <a:solidFill>
              <a:srgbClr val="02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38160" y="523722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2F5E"/>
                </a:solidFill>
              </a:rPr>
              <a:t>시뮬레이터 테스트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31552" y="5200650"/>
            <a:ext cx="1828800" cy="384048"/>
          </a:xfrm>
          <a:prstGeom prst="rect">
            <a:avLst/>
          </a:prstGeom>
          <a:solidFill>
            <a:srgbClr val="E8F0FE"/>
          </a:solidFill>
          <a:ln w="10160">
            <a:solidFill>
              <a:srgbClr val="02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131552" y="523722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2F5E"/>
                </a:solidFill>
              </a:rPr>
              <a:t>AI Chat 지원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" y="4950080"/>
            <a:ext cx="27432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C757D"/>
                </a:solidFill>
              </a:rPr>
              <a:t>핵심 부가 기능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231</Words>
  <Application>Microsoft Office PowerPoint</Application>
  <PresentationFormat>사용자 지정</PresentationFormat>
  <Paragraphs>56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Lee</cp:lastModifiedBy>
  <cp:revision>4</cp:revision>
  <dcterms:created xsi:type="dcterms:W3CDTF">2013-01-27T09:14:16Z</dcterms:created>
  <dcterms:modified xsi:type="dcterms:W3CDTF">2026-04-28T15:26:08Z</dcterms:modified>
  <cp:category/>
</cp:coreProperties>
</file>